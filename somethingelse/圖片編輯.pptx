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834" y="-2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CA0D130-E3B8-F8FB-0178-615D0F697D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B8BC0A69-FB87-BF13-1414-25D0CE45C8E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389AE33C-A02C-2E61-A686-157CDC35E5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288396-AB2A-4F6F-B991-E0D4585EE20B}" type="datetimeFigureOut">
              <a:rPr lang="zh-TW" altLang="en-US" smtClean="0"/>
              <a:t>2025/11/13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BDBAB56B-676A-CB75-81B5-E49F9D04A7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51BA1483-3529-A54A-6A00-85D4B63495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7BCF12-0795-45B8-90B9-127DCA06F93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924107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CF25916-7BB6-AC53-CA45-75B2B272D4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F015B321-4A03-9FE4-A28B-5C66EEF2B0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F364C33E-7E98-E544-38E3-8E6D4DF888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288396-AB2A-4F6F-B991-E0D4585EE20B}" type="datetimeFigureOut">
              <a:rPr lang="zh-TW" altLang="en-US" smtClean="0"/>
              <a:t>2025/11/13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89D28880-1DBB-AA7B-D50D-8170006543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75196AB7-550E-AB98-965D-06EF4F83AA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7BCF12-0795-45B8-90B9-127DCA06F93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555371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1817DA8-7BC6-C9B8-4306-81AE8226C6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40774397-AB69-3977-8F49-518B229810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5124B721-D70F-072A-62A4-D772D774C1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288396-AB2A-4F6F-B991-E0D4585EE20B}" type="datetimeFigureOut">
              <a:rPr lang="zh-TW" altLang="en-US" smtClean="0"/>
              <a:t>2025/11/13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69A8FC68-A50B-36D2-E5B9-D95600D3BE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9505428E-F8AA-621A-7EA0-7082CBF995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7BCF12-0795-45B8-90B9-127DCA06F93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507957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362D6E7-C09B-3F69-3954-A048A1962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26410945-70E8-9383-8C13-6C6276BD9A7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A5B2470E-DF86-97D5-51CF-CFCDB2B0DDA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83209A5C-468E-1714-4EBE-BDF8011C8B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288396-AB2A-4F6F-B991-E0D4585EE20B}" type="datetimeFigureOut">
              <a:rPr lang="zh-TW" altLang="en-US" smtClean="0"/>
              <a:t>2025/11/13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DA6F3FC6-B72E-140E-433F-DD3C22FE8C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09C8ACE5-EA7D-F1D6-23B7-4DD8EBADF3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7BCF12-0795-45B8-90B9-127DCA06F93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890219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4F1A8AB-C5F2-B4FE-595C-C45E5EA2E5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172D7F94-E002-6040-256B-4420581CA6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8AB81C96-08E7-4FA1-828B-CDF5D558B0C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3861FE50-B005-A84C-AA48-A91311055F6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23ECAA60-5BB4-13A0-F1E5-ADFB7B4EFDB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385CF937-ED4B-03FA-93B3-772A7A7DFE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288396-AB2A-4F6F-B991-E0D4585EE20B}" type="datetimeFigureOut">
              <a:rPr lang="zh-TW" altLang="en-US" smtClean="0"/>
              <a:t>2025/11/13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3E25830E-614C-976D-AD7D-B58E99306D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C5A80610-F8CA-F513-63C1-FA5210A855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7BCF12-0795-45B8-90B9-127DCA06F93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873268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543E23E-B15C-41F8-0E48-8D63892E39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FB9CF019-BACC-F742-8C4A-0FB02518D0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288396-AB2A-4F6F-B991-E0D4585EE20B}" type="datetimeFigureOut">
              <a:rPr lang="zh-TW" altLang="en-US" smtClean="0"/>
              <a:t>2025/11/13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EDD4FFD2-2E0C-A715-E40E-AF22D90704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942AC5EE-B4D2-8F23-67AB-C788299C43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7BCF12-0795-45B8-90B9-127DCA06F93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15302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D4A7C1A8-1B01-289D-DFF3-D6A5AF0D29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288396-AB2A-4F6F-B991-E0D4585EE20B}" type="datetimeFigureOut">
              <a:rPr lang="zh-TW" altLang="en-US" smtClean="0"/>
              <a:t>2025/11/13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1DB8C041-8CE7-ED4E-EE1D-20DC9EB3A7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3BA25E62-53DE-ECE9-C2E9-3E153D1F8D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7BCF12-0795-45B8-90B9-127DCA06F93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24228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3B07D06-07E1-BBDA-B7C2-AD4212E399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DE7408B2-BA2E-C462-9810-374760F16B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B0C2D476-EBB1-B4F8-1EB1-3CBBCB99E58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D709A8AF-5D67-5C81-537E-904E50AD2A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288396-AB2A-4F6F-B991-E0D4585EE20B}" type="datetimeFigureOut">
              <a:rPr lang="zh-TW" altLang="en-US" smtClean="0"/>
              <a:t>2025/11/13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87C282A9-8B80-1962-1F52-B51FA1F078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254807A1-F8C5-46FD-A9A9-55BFE29646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7BCF12-0795-45B8-90B9-127DCA06F93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174642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2A9FBED-BC1A-B8B8-E1F0-4E9CA5C2BC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9AF91770-C850-611E-3E2C-3BB54EA5D28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CDECAA79-DD97-B4E1-A176-D544FBDC8B6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4459CA52-2A41-8573-39F3-C21B5DDF19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288396-AB2A-4F6F-B991-E0D4585EE20B}" type="datetimeFigureOut">
              <a:rPr lang="zh-TW" altLang="en-US" smtClean="0"/>
              <a:t>2025/11/13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E478EABC-84F6-F07C-E8DB-7E0DD1B2CC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852253E0-51C5-5096-AC35-8C60DF7291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7BCF12-0795-45B8-90B9-127DCA06F93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450209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B95C14D-D94B-435B-FBFD-BC1FEB7091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1B4DF9C4-B58C-559E-6CE9-83F4E61A38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2A81A272-CC0A-E75E-0759-BD2D33D456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288396-AB2A-4F6F-B991-E0D4585EE20B}" type="datetimeFigureOut">
              <a:rPr lang="zh-TW" altLang="en-US" smtClean="0"/>
              <a:t>2025/11/13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1BCF8E81-5835-D1A2-0E8B-216A80BC2E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BAB0D6ED-02D1-57D0-C163-4C9E17BF75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7BCF12-0795-45B8-90B9-127DCA06F93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440162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2CBBA439-1333-DFA0-5541-E55A65E2022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6C80B6D1-466E-CFFF-5BC4-D3E2ABDBB5F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0D1CAE38-0750-8351-4DF7-F4D28DB08D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288396-AB2A-4F6F-B991-E0D4585EE20B}" type="datetimeFigureOut">
              <a:rPr lang="zh-TW" altLang="en-US" smtClean="0"/>
              <a:t>2025/11/13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E8F367BD-A5A0-A18D-C988-01225593A0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09C53FDB-82F9-3B65-3216-4D28474F4B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7BCF12-0795-45B8-90B9-127DCA06F93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491676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5DFF1F97-FB2D-1DFF-66C7-FF630B48D3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FD4811C8-AF04-D759-03D9-8B4F20FAE9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101746D0-2778-17C0-97FB-469B036A599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5288396-AB2A-4F6F-B991-E0D4585EE20B}" type="datetimeFigureOut">
              <a:rPr lang="zh-TW" altLang="en-US" smtClean="0"/>
              <a:t>2025/11/13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7F982137-1C4B-72D3-A443-463AD47C160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4E5A7E75-0652-FD78-188C-522F3591CF1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E7BCF12-0795-45B8-90B9-127DCA06F93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030012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E1E46C1-2FA9-66DC-9AE5-A1A35FE995E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EFC4AB11-FF95-4964-3A76-76C5ADB8D3D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B8ABF148-67E8-BF7B-EF61-BE39C38C54B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00" y="0"/>
            <a:ext cx="10287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27323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C16BAF2E-F47F-DF9A-DBF9-BCD75CEF3E57}"/>
              </a:ext>
            </a:extLst>
          </p:cNvPr>
          <p:cNvSpPr/>
          <p:nvPr/>
        </p:nvSpPr>
        <p:spPr>
          <a:xfrm>
            <a:off x="-500009" y="3475181"/>
            <a:ext cx="13192018" cy="3988942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7" name="橢圓 6">
            <a:extLst>
              <a:ext uri="{FF2B5EF4-FFF2-40B4-BE49-F238E27FC236}">
                <a16:creationId xmlns:a16="http://schemas.microsoft.com/office/drawing/2014/main" id="{49D6483E-4BD7-B03F-F85E-747A46C1FC77}"/>
              </a:ext>
            </a:extLst>
          </p:cNvPr>
          <p:cNvSpPr/>
          <p:nvPr/>
        </p:nvSpPr>
        <p:spPr>
          <a:xfrm>
            <a:off x="1496290" y="3749963"/>
            <a:ext cx="8931565" cy="3439379"/>
          </a:xfrm>
          <a:prstGeom prst="ellipse">
            <a:avLst/>
          </a:prstGeom>
          <a:ln>
            <a:noFill/>
          </a:ln>
          <a:effectLst>
            <a:softEdge rad="635000"/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695290DD-E7C7-EDD0-CB59-3D5C0C84FCF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19" t="7940" r="10282" b="45318"/>
          <a:stretch>
            <a:fillRect/>
          </a:stretch>
        </p:blipFill>
        <p:spPr>
          <a:xfrm>
            <a:off x="1666496" y="3606047"/>
            <a:ext cx="8445356" cy="3205537"/>
          </a:xfrm>
          <a:prstGeom prst="rect">
            <a:avLst/>
          </a:prstGeom>
          <a:effectLst>
            <a:glow>
              <a:schemeClr val="bg1">
                <a:alpha val="67000"/>
              </a:schemeClr>
            </a:glow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9066465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223</TotalTime>
  <Words>0</Words>
  <Application>Microsoft Office PowerPoint</Application>
  <PresentationFormat>寬螢幕</PresentationFormat>
  <Paragraphs>0</Paragraphs>
  <Slides>2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佈景主題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Doris Wang</dc:creator>
  <cp:lastModifiedBy>昱廷 林</cp:lastModifiedBy>
  <cp:revision>2</cp:revision>
  <dcterms:created xsi:type="dcterms:W3CDTF">2025-11-09T01:19:01Z</dcterms:created>
  <dcterms:modified xsi:type="dcterms:W3CDTF">2025-11-13T08:21:54Z</dcterms:modified>
</cp:coreProperties>
</file>